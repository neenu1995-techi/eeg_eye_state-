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1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0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5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3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7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1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9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0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9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3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857F7-E79F-48E6-8076-65E16F4C12BA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25B6F-3441-4F5A-8F78-5030F16D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6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090" y="297498"/>
            <a:ext cx="11797030" cy="2852737"/>
          </a:xfrm>
          <a:noFill/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Eye Site Project  </a:t>
            </a:r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DEEPEGAZE CLASSIFIER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12090" y="3288983"/>
            <a:ext cx="11837670" cy="693737"/>
          </a:xfrm>
        </p:spPr>
        <p:txBody>
          <a:bodyPr>
            <a:normAutofit fontScale="85000" lnSpcReduction="20000"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Subtitle: Eye State Detection Using EEG Signals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7929245" y="5574348"/>
            <a:ext cx="3998596" cy="11312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NEENU P R</a:t>
            </a:r>
          </a:p>
          <a:p>
            <a:r>
              <a:rPr lang="en-US" sz="2800" b="1" i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22/05/2025</a:t>
            </a:r>
            <a:endParaRPr lang="en-US" sz="28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773" y="222373"/>
            <a:ext cx="559308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20080" y="1158240"/>
            <a:ext cx="6336030" cy="546608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33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eye state (open or closed) using EEG signals.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systems for real-time drowsiness detection, especially useful for:</a:t>
            </a: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Pilots</a:t>
            </a: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machine operators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Eye State Dataset with signal readings from electrodes</a:t>
            </a:r>
            <a:r>
              <a:rPr lang="en-US" sz="3200" dirty="0" smtClean="0"/>
              <a:t>.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82" y="1822830"/>
            <a:ext cx="5210348" cy="390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6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1" y="365124"/>
            <a:ext cx="6162964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67564" y="1606729"/>
            <a:ext cx="714894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EEG signals from an Emotive EEG Neuroheadset.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14 EEG channel values, Class label (1 = Open, 2 = Closed).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Eye state.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11" y="1995487"/>
            <a:ext cx="4468553" cy="44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1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63" y="789998"/>
            <a:ext cx="6015182" cy="1223530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9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r>
              <a:rPr lang="en-US" altLang="en-US" sz="49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altLang="en-US" b="1" dirty="0">
                <a:latin typeface="Arial" panose="020B0604020202020204" pitchFamily="34" charset="0"/>
              </a:rPr>
              <a:t/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9289" y="1787033"/>
            <a:ext cx="118472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invalid id column.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Filtered classes to include only 1 and 2.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Normalized features using StandardScaler.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class labels to binary (0 = Open, 1 = Closed).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data: 80% train, 20% test.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46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91" y="44241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9509" y="1231258"/>
            <a:ext cx="742834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(Linear Kernel)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334316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Metrics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375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6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470" y="296863"/>
            <a:ext cx="5754255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Comparison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1161" y="2027455"/>
            <a:ext cx="6266875" cy="298652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PERFORMING MODEL :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>
              <a:lnSpc>
                <a:spcPct val="250000"/>
              </a:lnSpc>
            </a:pP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ACCURACY: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0.9296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1" y="889144"/>
            <a:ext cx="556029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6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10" y="226580"/>
            <a:ext cx="5775036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 Example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927271" y="2959730"/>
            <a:ext cx="5153892" cy="14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 Curve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 Score shown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80" y="1494328"/>
            <a:ext cx="65595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5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0" y="954405"/>
            <a:ext cx="10515600" cy="803275"/>
          </a:xfrm>
        </p:spPr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 Demo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08402" y="1599920"/>
            <a:ext cx="5252720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CSV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from sidebar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matrix, ROC curve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2170162"/>
            <a:ext cx="6479802" cy="34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0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" y="16478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Case: Drowsiness Detection in Drivers</a:t>
            </a:r>
            <a:endParaRPr lang="en-US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256664"/>
            <a:ext cx="11770360" cy="53371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Falling asleep while driving causes thousands of accidents every year. Traditional methods to detect drowsiness (like eye-tracking cameras) may not work in poor lighting or with certain eye conditions.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EEG-Based Solution: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Electroencephalogram (EEG) devices can detect brainwave patterns associated with closed or drowsy eye states, even when a camera can't see the eyes properly.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machine learning to: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patterns in the EEG data that correlate with open or closed eyes.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generalize to new EEG readings (real-time predictions).</a:t>
            </a:r>
          </a:p>
          <a:p>
            <a:pPr>
              <a:lnSpc>
                <a:spcPct val="160000"/>
              </a:lnSpc>
            </a:pPr>
            <a:r>
              <a:rPr lang="en-US" sz="3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 and reliability, even with noisy or variable signals.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of the Project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ML models (like Random Forest or Gradient Boosting), we can: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Accurately classify the eye state (open/closed) based on brainwave data.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systems for real-time drowsiness detection, especially useful for:</a:t>
            </a:r>
          </a:p>
          <a:p>
            <a:pPr lvl="1"/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lvl="1"/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Pilots</a:t>
            </a:r>
          </a:p>
          <a:p>
            <a:pPr lvl="1"/>
            <a:r>
              <a:rPr 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machine operators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66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360" y="2427605"/>
            <a:ext cx="5308600" cy="1325563"/>
          </a:xfrm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386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EEG Eye Site Project  DEEPEGAZE CLASSIFIER</vt:lpstr>
      <vt:lpstr>INTRODUCTION</vt:lpstr>
      <vt:lpstr>Dataset Description</vt:lpstr>
      <vt:lpstr>Preprocessing Steps </vt:lpstr>
      <vt:lpstr>Machine Learning Models Used</vt:lpstr>
      <vt:lpstr>Model Evaluation Metrics</vt:lpstr>
      <vt:lpstr>Accuracy Comparison</vt:lpstr>
      <vt:lpstr>ROC Curve Example</vt:lpstr>
      <vt:lpstr>Streamlit App Demo</vt:lpstr>
      <vt:lpstr>Example Use Case: Drowsiness Detection in Drivers</vt:lpstr>
      <vt:lpstr>Outcome of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30</cp:revision>
  <dcterms:created xsi:type="dcterms:W3CDTF">2025-05-21T08:55:13Z</dcterms:created>
  <dcterms:modified xsi:type="dcterms:W3CDTF">2025-05-21T14:08:52Z</dcterms:modified>
</cp:coreProperties>
</file>